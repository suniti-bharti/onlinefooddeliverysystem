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FA0F-6A56-30AE-281F-171DB83B7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4F985-272B-CE72-B30D-2FD555A8C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F59FB-0626-4F58-2609-61607859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459D9-4E71-738F-4568-230BBF74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2EC28-34EC-2F59-780C-83E5FA9A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158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07C9-1CA2-FCBD-3406-864C2CD7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228F3-0EC1-7665-35D7-17E7388B5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A1C66-9DC6-9A4D-7F25-CA418ECB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DFCE6-C600-F50B-3E69-6B8F4FC0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15135-4B74-B453-7C0B-20CF9342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28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6B71-DAD6-8545-E083-9740B0FAE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F83FD-535D-693A-C7E2-E556B205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DE057-09CA-B59B-4EC1-2DFFF2D0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59487-11B4-75C4-9626-B4674FA3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A011C-7560-CBEA-34BF-9ECDFD23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56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CD9E-4B85-77EB-EB23-683FE0BA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EBA6D-C830-32BB-6EA3-9C37671ED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6B081-BEE2-AB5B-6C34-F81696033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BA230-A513-C8F1-707C-D8FAEBA4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C194B-C053-FC35-B4C3-345A485D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65341-9DEF-76FB-636C-80EB09BF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96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5C2EE-A8B0-D76B-D9CD-6D18422E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BD504-4045-804B-45C3-A7C790782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08D6A-7F4A-DFA7-EE72-E79BA6591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D47EA-606E-2814-0BA2-5D83A5086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6A7F9-D8BD-C57D-7A13-4CC6F51DC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C622CE-7D20-8615-07B4-1D5465D1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676105-18FD-67D6-A624-ABC20C57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427C3-8E6C-90CC-DD0F-BBD08CBA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63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EEDB-7E1D-4F7E-C5EA-E5619C66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F287E0-1074-CFC1-84D6-1F289535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26806-102F-90D7-3F51-50CF3174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8E19B-4A9C-4228-88B6-8D7AF3D9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534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9C2BF-3D37-0F31-3EB6-FA2BAFE2E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F0BF14-AE74-4273-F69D-7EB442B5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35D56-EEFC-B747-614F-2CDC1988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61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EE98-798F-8DFF-EDDD-E4111F4F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A92C-E3AD-EE39-ADFA-9C1EB8F38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C571B-550B-34B3-EBC2-0993D93E2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99E0D-51D8-E945-F332-D5D74ECD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C3C1C-0142-4AA5-80CC-47176C63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35677-663B-4682-7C9C-4F4D46F28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953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6A91-021B-FD48-33EE-0C46B539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FFF0B7-CEC8-46F7-C15D-E9225B3F1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40AE8-578B-AD57-7187-2E4FCEA59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E5B2B-385F-FF3D-A93D-F708B37E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F997F-6208-E41E-2B90-25580128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BCB08-AD7E-96A9-6FB0-269EA95C6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76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DB79-DDA2-E738-1290-50A49846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BFACC-1592-2B2E-4EAB-0B02323EE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7FF7B-747F-927C-5532-E8A60003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A0E12-5187-7344-E3A7-F7F3A088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936F1-7602-0530-E6B4-30BC81A5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18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FE362-2F51-0EAE-B2A3-AA032F45A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61589-9520-08B6-279D-80693840B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05A6F-E381-3C09-9AC1-C9E80B7A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CEBF6-9290-B63B-A8B7-23B2DE22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3E3FE-A8FA-A1A1-EA13-FE2F29E2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13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0F2FD-B4FC-F70B-336C-2EEA94617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E4975-963E-D5A3-49AF-68AD06CBD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D6C38-E974-BE15-AC2B-9A82354B3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F6BF6-FDFA-4655-8223-7AD09CACF34A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BEFC7-6908-3E97-1F51-AA7C80DFA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47EFF-9B9D-CC32-385A-6482636EF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C6782-46CF-4C6C-98F7-262D77482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45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AC5DB3-5603-840B-5FAD-15AC3F3FE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79" y="0"/>
            <a:ext cx="12212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7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5F76DC-6C70-0F62-B8AA-5B6EE16FB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94" y="0"/>
            <a:ext cx="94921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8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559DE-FECF-D6E7-A8F6-8D41D7B94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77" y="-1"/>
            <a:ext cx="10581977" cy="683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7A007-A842-88B8-743E-1D6630EFD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4" y="88491"/>
            <a:ext cx="12046256" cy="676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8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6DFA88-CDB6-23B5-5B29-E9E9412A7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78" y="336547"/>
            <a:ext cx="11495444" cy="652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5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A0D550-3296-DD18-9E2E-6EC94BD2C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64" y="560439"/>
            <a:ext cx="11255674" cy="629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96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FE2285-111D-7097-964A-BFB9FE7F8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22" y="491613"/>
            <a:ext cx="11328904" cy="636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53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E9F46B-43C8-F143-6B7B-0BFBB9714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62" y="381355"/>
            <a:ext cx="11444276" cy="64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34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12DA0A-FD25-417C-8220-B7FB0AED7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97" y="398282"/>
            <a:ext cx="11469295" cy="645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40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5245B8-7919-DC6E-37B5-7F1F94CFB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4" y="455734"/>
            <a:ext cx="11370860" cy="640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46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E3351C-CF3B-7CD7-2F5E-411EF1773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67" y="220570"/>
            <a:ext cx="11791066" cy="663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20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D71C9E-2E95-7608-D60D-6FBC62244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80" y="225135"/>
            <a:ext cx="11765439" cy="663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49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5618F-28F9-8C14-C484-EAAAECC4B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8" y="186004"/>
            <a:ext cx="11893063" cy="66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96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60E2E-F9FA-818E-2328-E92F95E6C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04" y="298418"/>
            <a:ext cx="11717541" cy="655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76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48009A-3F96-3C3F-C843-F3916A47F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584" y="160636"/>
            <a:ext cx="11940768" cy="669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3C89-3228-7EC3-4A07-9B731C79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84092"/>
            <a:ext cx="12192000" cy="3115495"/>
          </a:xfrm>
        </p:spPr>
        <p:txBody>
          <a:bodyPr>
            <a:normAutofit/>
          </a:bodyPr>
          <a:lstStyle/>
          <a:p>
            <a:r>
              <a:rPr lang="en-IN" sz="7200" b="1" i="1" u="sng" dirty="0">
                <a:solidFill>
                  <a:srgbClr val="0070C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54755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Adobe Gothic Std B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Singh</dc:creator>
  <cp:lastModifiedBy>Adarsh Singh</cp:lastModifiedBy>
  <cp:revision>2</cp:revision>
  <dcterms:created xsi:type="dcterms:W3CDTF">2025-11-20T07:59:30Z</dcterms:created>
  <dcterms:modified xsi:type="dcterms:W3CDTF">2025-11-20T08:32:00Z</dcterms:modified>
</cp:coreProperties>
</file>